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F6AEF-E8E9-4E78-9D53-DBC94182013E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12D57-F602-4D1E-823C-6FD3C77DD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823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A12D57-F602-4D1E-823C-6FD3C77DDB3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735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D48F-9B61-5187-8E1F-1936679256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STUDENT DOCUMENT SIMILARITY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FFB39-5CC4-5ACD-3B8A-B1BD88A8FC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2000" b="1" dirty="0"/>
              <a:t>Team Members:</a:t>
            </a:r>
            <a:br>
              <a:rPr lang="en-IN" sz="2000" dirty="0"/>
            </a:br>
            <a:r>
              <a:rPr lang="en-IN" sz="2000" b="1" dirty="0"/>
              <a:t>J. SIMRAN - </a:t>
            </a:r>
            <a:r>
              <a:rPr lang="en-IN" sz="2000" b="1" dirty="0">
                <a:latin typeface="Aptos" panose="020B0004020202020204" pitchFamily="34" charset="0"/>
              </a:rPr>
              <a:t>2520030166</a:t>
            </a:r>
            <a:br>
              <a:rPr lang="en-IN" sz="2000" b="1" dirty="0"/>
            </a:br>
            <a:r>
              <a:rPr lang="en-IN" sz="2000" b="1" dirty="0"/>
              <a:t>K. ANUSRI -</a:t>
            </a:r>
            <a:r>
              <a:rPr lang="en-IN" sz="2000" dirty="0"/>
              <a:t> </a:t>
            </a:r>
            <a:r>
              <a:rPr lang="en-IN" sz="2000" b="1" dirty="0">
                <a:latin typeface="Aptos" panose="020B0004020202020204" pitchFamily="34" charset="0"/>
              </a:rPr>
              <a:t>2520030432</a:t>
            </a:r>
            <a:br>
              <a:rPr lang="en-IN" sz="2000" b="1" dirty="0">
                <a:latin typeface="Aptos" panose="020B0004020202020204" pitchFamily="34" charset="0"/>
              </a:rPr>
            </a:br>
            <a:r>
              <a:rPr lang="en-IN" sz="2000" b="1" dirty="0">
                <a:latin typeface="Aptos" panose="020B0004020202020204" pitchFamily="34" charset="0"/>
              </a:rPr>
              <a:t>SIRIPURAPU RIKHIL - 2520030480</a:t>
            </a:r>
          </a:p>
        </p:txBody>
      </p:sp>
    </p:spTree>
    <p:extLst>
      <p:ext uri="{BB962C8B-B14F-4D97-AF65-F5344CB8AC3E}">
        <p14:creationId xmlns:p14="http://schemas.microsoft.com/office/powerpoint/2010/main" val="3614993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B11760-AC46-134D-32BF-4DD8E4EFC33E}"/>
              </a:ext>
            </a:extLst>
          </p:cNvPr>
          <p:cNvSpPr txBox="1"/>
          <p:nvPr/>
        </p:nvSpPr>
        <p:spPr>
          <a:xfrm>
            <a:off x="1238864" y="674400"/>
            <a:ext cx="87900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ABSTRACT</a:t>
            </a:r>
          </a:p>
          <a:p>
            <a:pPr algn="ctr"/>
            <a:endParaRPr lang="en-IN" sz="3200" b="1" dirty="0"/>
          </a:p>
          <a:p>
            <a:r>
              <a:rPr lang="en-IN" sz="3200" dirty="0"/>
              <a:t>Our project aims to develop a document similarity checking application using the Z-Algorithm. The application compares the textual content of two PDF documents to identify matching or duplicated content. By extracting text from the uploaded PDFs and applying efficient string-matching techniques, the system can determine the similarity between the documents and display the matching portions.</a:t>
            </a:r>
          </a:p>
        </p:txBody>
      </p:sp>
    </p:spTree>
    <p:extLst>
      <p:ext uri="{BB962C8B-B14F-4D97-AF65-F5344CB8AC3E}">
        <p14:creationId xmlns:p14="http://schemas.microsoft.com/office/powerpoint/2010/main" val="338931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35C817-7795-73F4-74E9-FCDA9E036A33}"/>
              </a:ext>
            </a:extLst>
          </p:cNvPr>
          <p:cNvSpPr txBox="1"/>
          <p:nvPr/>
        </p:nvSpPr>
        <p:spPr>
          <a:xfrm>
            <a:off x="1209368" y="786581"/>
            <a:ext cx="989125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PROBLEM STATEMENT</a:t>
            </a:r>
          </a:p>
          <a:p>
            <a:br>
              <a:rPr lang="en-IN" dirty="0"/>
            </a:br>
            <a:r>
              <a:rPr lang="en-IN" sz="2400" dirty="0"/>
              <a:t>In a college, an assignment is given to students with a requirement to submit an individual project report. Student A completes the assignment genuinely by doing their own work and prepares a PDF report. Student B does not complete the work independently and asks Student A for their PDF. Student B then copies the entire document and only changes personal details such as the name and roll number before submitting it as their own work.</a:t>
            </a:r>
          </a:p>
          <a:p>
            <a:r>
              <a:rPr lang="en-IN" sz="2400" dirty="0"/>
              <a:t>When the instructor receives both submissions, manually comparing lengthy PDF documents to identify such copied content is time-consuming and difficult.</a:t>
            </a:r>
          </a:p>
          <a:p>
            <a:r>
              <a:rPr lang="en-IN" sz="2400" dirty="0"/>
              <a:t>Therefore, an efficient system is needed to compare two PDF documents, identify the matching content, and calculate their similarity percentage.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0143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44C2CD-30F9-CD87-F9B9-3C3D238E2C1F}"/>
              </a:ext>
            </a:extLst>
          </p:cNvPr>
          <p:cNvSpPr txBox="1"/>
          <p:nvPr/>
        </p:nvSpPr>
        <p:spPr>
          <a:xfrm>
            <a:off x="953727" y="483929"/>
            <a:ext cx="10009239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PROPOSED FUNCTIONALITIES</a:t>
            </a:r>
          </a:p>
          <a:p>
            <a:endParaRPr lang="en-IN" b="1" dirty="0"/>
          </a:p>
          <a:p>
            <a:r>
              <a:rPr lang="en-IN" sz="2400" b="1" dirty="0">
                <a:latin typeface="Aptos" panose="020B0004020202020204" pitchFamily="34" charset="0"/>
              </a:rPr>
              <a:t>1. PDF Upload</a:t>
            </a:r>
          </a:p>
          <a:p>
            <a:r>
              <a:rPr lang="en-IN" sz="2400" dirty="0">
                <a:latin typeface="Aptos" panose="020B0004020202020204" pitchFamily="34" charset="0"/>
              </a:rPr>
              <a:t>Upload two PDF documents for comparison.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2. Text Extraction</a:t>
            </a:r>
          </a:p>
          <a:p>
            <a:r>
              <a:rPr lang="en-IN" sz="2400" dirty="0">
                <a:latin typeface="Aptos" panose="020B0004020202020204" pitchFamily="34" charset="0"/>
              </a:rPr>
              <a:t>Extract textual content from both PDFs.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3. Z-Algorithm Based Matching</a:t>
            </a:r>
          </a:p>
          <a:p>
            <a:r>
              <a:rPr lang="en-IN" sz="2400" dirty="0">
                <a:latin typeface="Aptos" panose="020B0004020202020204" pitchFamily="34" charset="0"/>
              </a:rPr>
              <a:t>Compare the extracted text using the Z-Algorithm.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4. Similarity Calculation</a:t>
            </a:r>
          </a:p>
          <a:p>
            <a:r>
              <a:rPr lang="en-IN" sz="2400" dirty="0">
                <a:latin typeface="Aptos" panose="020B0004020202020204" pitchFamily="34" charset="0"/>
              </a:rPr>
              <a:t>Calculate the percentage of matching content.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5. Visual Results</a:t>
            </a:r>
          </a:p>
          <a:p>
            <a:r>
              <a:rPr lang="en-IN" sz="2400" dirty="0">
                <a:latin typeface="Aptos" panose="020B0004020202020204" pitchFamily="34" charset="0"/>
              </a:rPr>
              <a:t>Display the similarity percentage and matching portions.</a:t>
            </a:r>
          </a:p>
          <a:p>
            <a:r>
              <a:rPr lang="en-IN" sz="2400" b="1" u="sng" dirty="0"/>
              <a:t>Similarity Classification</a:t>
            </a:r>
            <a:br>
              <a:rPr lang="en-IN" sz="2400" b="1" dirty="0"/>
            </a:br>
            <a:r>
              <a:rPr lang="en-IN" sz="2400" b="1" dirty="0">
                <a:latin typeface="Aptos" panose="020B0004020202020204" pitchFamily="34" charset="0"/>
              </a:rPr>
              <a:t>80% and above:</a:t>
            </a:r>
            <a:r>
              <a:rPr lang="en-IN" sz="2400" dirty="0">
                <a:latin typeface="Aptos" panose="020B0004020202020204" pitchFamily="34" charset="0"/>
              </a:rPr>
              <a:t> Completely Duplicated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50% – 79.99%:</a:t>
            </a:r>
            <a:r>
              <a:rPr lang="en-IN" sz="2400" dirty="0">
                <a:latin typeface="Aptos" panose="020B0004020202020204" pitchFamily="34" charset="0"/>
              </a:rPr>
              <a:t> Moderately Similar</a:t>
            </a:r>
            <a:br>
              <a:rPr lang="en-IN" sz="2400" dirty="0">
                <a:latin typeface="Aptos" panose="020B0004020202020204" pitchFamily="34" charset="0"/>
              </a:rPr>
            </a:br>
            <a:r>
              <a:rPr lang="en-IN" sz="2400" b="1" dirty="0">
                <a:latin typeface="Aptos" panose="020B0004020202020204" pitchFamily="34" charset="0"/>
              </a:rPr>
              <a:t>Below 50%:</a:t>
            </a:r>
            <a:r>
              <a:rPr lang="en-IN" sz="2400" dirty="0">
                <a:latin typeface="Aptos" panose="020B0004020202020204" pitchFamily="34" charset="0"/>
              </a:rPr>
              <a:t> Not Duplicated</a:t>
            </a:r>
          </a:p>
        </p:txBody>
      </p:sp>
    </p:spTree>
    <p:extLst>
      <p:ext uri="{BB962C8B-B14F-4D97-AF65-F5344CB8AC3E}">
        <p14:creationId xmlns:p14="http://schemas.microsoft.com/office/powerpoint/2010/main" val="1920599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F058B0-684B-E006-820B-54959B52306B}"/>
              </a:ext>
            </a:extLst>
          </p:cNvPr>
          <p:cNvSpPr txBox="1"/>
          <p:nvPr/>
        </p:nvSpPr>
        <p:spPr>
          <a:xfrm>
            <a:off x="1868130" y="312758"/>
            <a:ext cx="79837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TOOLS AND TECHNOLOGIES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4D8488-ADEC-866A-9457-90563C2AD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52376"/>
              </p:ext>
            </p:extLst>
          </p:nvPr>
        </p:nvGraphicFramePr>
        <p:xfrm>
          <a:off x="1111045" y="1305780"/>
          <a:ext cx="1001907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9536">
                  <a:extLst>
                    <a:ext uri="{9D8B030D-6E8A-4147-A177-3AD203B41FA5}">
                      <a16:colId xmlns:a16="http://schemas.microsoft.com/office/drawing/2014/main" val="221568620"/>
                    </a:ext>
                  </a:extLst>
                </a:gridCol>
                <a:gridCol w="5009536">
                  <a:extLst>
                    <a:ext uri="{9D8B030D-6E8A-4147-A177-3AD203B41FA5}">
                      <a16:colId xmlns:a16="http://schemas.microsoft.com/office/drawing/2014/main" val="672899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T</a:t>
                      </a:r>
                      <a:r>
                        <a:rPr lang="en-IN" sz="3200" dirty="0"/>
                        <a:t>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TECHNOLOGIES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038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3200" dirty="0"/>
                        <a:t>Z-Algorithm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Core string-matching algorithm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105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PDF Text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Extract text from uploaded PDFs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112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3200" dirty="0"/>
                        <a:t>Document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Compare extracted text and identify matching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943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3200" dirty="0"/>
                        <a:t>User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Upload PDFs and display similarity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397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01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06E595-DDF4-6E36-0504-F33088AF4A1A}"/>
              </a:ext>
            </a:extLst>
          </p:cNvPr>
          <p:cNvSpPr txBox="1"/>
          <p:nvPr/>
        </p:nvSpPr>
        <p:spPr>
          <a:xfrm>
            <a:off x="1140541" y="89624"/>
            <a:ext cx="9910917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4000" b="1" dirty="0"/>
              <a:t>EXPECTED OUTCOME</a:t>
            </a:r>
            <a:br>
              <a:rPr lang="en-IN" sz="4000" b="1" dirty="0"/>
            </a:br>
            <a:endParaRPr lang="en-IN" sz="4000" b="1" dirty="0"/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3200" b="1" dirty="0"/>
              <a:t>Compare </a:t>
            </a:r>
            <a:r>
              <a:rPr lang="en-IN" sz="3200" dirty="0"/>
              <a:t>two PDF documents and identify similar content.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3200" b="1" dirty="0"/>
              <a:t>Generate </a:t>
            </a:r>
            <a:r>
              <a:rPr lang="en-IN" sz="3200" dirty="0"/>
              <a:t>a similarity percentage based on the matching text.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3200" b="1" dirty="0"/>
              <a:t>Identify </a:t>
            </a:r>
            <a:r>
              <a:rPr lang="en-IN" sz="3200" dirty="0"/>
              <a:t>and display matching portions of the documents.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3200" b="1" dirty="0"/>
              <a:t>Efficiently </a:t>
            </a:r>
            <a:r>
              <a:rPr lang="en-IN" sz="3200" dirty="0"/>
              <a:t>detect copied or duplicated content using Z-Algorithm-based string matching.</a:t>
            </a:r>
            <a:br>
              <a:rPr lang="en-IN" sz="3200" dirty="0"/>
            </a:br>
            <a:endParaRPr lang="en-IN" sz="3200" dirty="0"/>
          </a:p>
          <a:p>
            <a:r>
              <a:rPr lang="en-IN" sz="2800" b="1" dirty="0"/>
              <a:t>Expected Result: A simple and efficient document similarity-checking application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9805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8AB023-FFC6-F36C-B8EC-5DDA431D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242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F0BF5B-B504-3903-0539-86BB166D1557}"/>
              </a:ext>
            </a:extLst>
          </p:cNvPr>
          <p:cNvSpPr txBox="1"/>
          <p:nvPr/>
        </p:nvSpPr>
        <p:spPr>
          <a:xfrm>
            <a:off x="2624024" y="2379407"/>
            <a:ext cx="69439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accent1">
                    <a:lumMod val="75000"/>
                  </a:schemeClr>
                </a:solidFill>
              </a:rPr>
              <a:t>THANK YOU!</a:t>
            </a:r>
            <a:endParaRPr lang="en-IN" sz="9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56656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{552E3F6A-C2EC-42B9-B66F-CCBC4E057C4D}TF5b254a55-10e1-4643-bbf8-937ce7de93d83f6f5cdd-93cdcc90233f</Template>
  <TotalTime>100</TotalTime>
  <Words>390</Words>
  <Application>Microsoft Office PowerPoint</Application>
  <PresentationFormat>Widescreen</PresentationFormat>
  <Paragraphs>42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Corbel</vt:lpstr>
      <vt:lpstr>Wingdings</vt:lpstr>
      <vt:lpstr>Wingdings 2</vt:lpstr>
      <vt:lpstr>Frame</vt:lpstr>
      <vt:lpstr>STUDENT DOCUMENT SIMILARITY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ANUSRI</dc:creator>
  <cp:lastModifiedBy>K ANUSRI</cp:lastModifiedBy>
  <cp:revision>5</cp:revision>
  <dcterms:created xsi:type="dcterms:W3CDTF">2026-08-20T04:52:42Z</dcterms:created>
  <dcterms:modified xsi:type="dcterms:W3CDTF">2026-09-11T04:03:11Z</dcterms:modified>
</cp:coreProperties>
</file>